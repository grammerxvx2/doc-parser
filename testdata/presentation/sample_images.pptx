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</p:sld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</Relationships>
</file>

<file path=ppt/charts/chart1.xml><?xml version="1.0" encoding="utf-8"?>
<c:chartSpace xmlns:c="http://schemas.openxmlformats.org/drawingml/2006/chart">
  <c:chart>
    <c:title>
      <c:tx>
        <c:rich>
          <a:p xmlns:a="http://schemas.openxmlformats.org/drawingml/2006/main">
            <a:r>
              <a:t>Динамика</a:t>
            </a:r>
          </a:p>
        </c:rich>
      </c:tx>
    </c:title>
  </c:chart>
</c:chartSpace>
</file>

<file path=ppt/notesSlides/notesSlide1.xml><?xml version="1.0" encoding="utf-8"?>
<p:notes xmlns:a="http://schemas.openxmlformats.org/drawingml/2006/main" xmlns:p="http://schemas.openxmlformats.org/presentationml/2006/main">
  <p:cSld>
    <p:spTree>
      <p:sp>
        <p:txBody>
          <a:p>
            <a:r>
              <a:t>Комментарий докладчика: подчеркнуть рост.</a:t>
            </a:r>
          </a:p>
        </p:txBody>
      </p:sp>
    </p:spTree>
  </p:cSld>
</p:notes>
</file>

<file path=ppt/slides/_rels/slide1.xml.rels><?xml version="1.0" encoding="UTF-8" standalone="yes"?>
<Relationships xmlns="http://schemas.openxmlformats.org/package/2006/relationships">
  <Relationship Id="rIdImg1" Type="http://schemas.openxmlformats.org/officeDocument/2006/relationships/image" Target="../media/image1.png"/>
  <Relationship Id="rIdNotes1" Type="http://schemas.openxmlformats.org/officeDocument/2006/relationships/notesSlide" Target="../notesSlides/notesSlide1.xml"/>
  <Relationship Id="rIdChart1" Type="http://schemas.openxmlformats.org/officeDocument/2006/relationships/chart" Target="../charts/chart1.xml"/>
</Relationships>
</file>

<file path=ppt/slides/_rels/slide2.xml.rels><?xml version="1.0" encoding="UTF-8" standalone="yes"?>
<Relationships xmlns="http://schemas.openxmlformats.org/package/2006/relationships"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nvPr>
            <p:ph type="title"/>
          </p:nvPr>
        </p:nvSpPr>
        <p:txBody>
          <a:p>
            <a:r>
              <a:t>Отчет по продажам</a:t>
            </a:r>
          </a:p>
        </p:txBody>
      </p:sp>
      <p:sp>
        <p:txBody>
          <a:p>
            <a:r>
              <a:t>Основные показатели за квартал</a:t>
            </a:r>
          </a:p>
          <a:p>
            <a:pPr>
              <a:buChar char="•"/>
            </a:pPr>
            <a:r>
              <a:t>Выручка выросла на 12%</a:t>
            </a:r>
          </a:p>
          <a:p>
            <a:pPr>
              <a:buChar char="•"/>
            </a:pPr>
            <a:r>
              <a:t>Маржа стабильна</a:t>
            </a:r>
          </a:p>
        </p:txBody>
      </p:sp>
      <p:pic>
        <p:blipFill>
          <a:blip r:embed="rIdImg1"/>
        </p:blipFill>
      </p:pic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txBody>
          <a:p>
            <a:r>
              <a:t>Слайд с диаграммой</a:t>
            </a:r>
          </a:p>
        </p:txBody>
      </p:sp>
    </p:spTree>
  </p:cSld>
</p:sld>
</file>